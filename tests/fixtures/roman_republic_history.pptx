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Roman Republic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founding to empire, 509-27 BCE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509 BCE: Republic founded after the last king is expelled</a:t>
            </a:r>
          </a:p>
          <a:p>
            <a:r>
              <a:t>264-146 BCE: Three Punic Wars against Carthage</a:t>
            </a:r>
          </a:p>
          <a:p>
            <a:r>
              <a:t>49 BCE: Julius Caesar crosses the Rubicon</a:t>
            </a:r>
          </a:p>
          <a:p>
            <a:r>
              <a:t>44 BCE: Caesar assassinated on the Ides of March</a:t>
            </a:r>
          </a:p>
          <a:p>
            <a:r>
              <a:t>27 BCE: Augustus becomes first emperor, ending the Republic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